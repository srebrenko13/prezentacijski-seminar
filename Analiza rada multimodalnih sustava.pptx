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65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22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824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2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26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63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33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5/14/2026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32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5/14/2026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2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57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47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47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50211A-B0B8-7674-B974-D00061467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16" b="334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42169-CD4E-4052-1BD2-D18C65BA9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 fontScale="90000"/>
          </a:bodyPr>
          <a:lstStyle/>
          <a:p>
            <a:r>
              <a:rPr lang="hr-HR" sz="4400" dirty="0">
                <a:solidFill>
                  <a:schemeClr val="tx1"/>
                </a:solidFill>
              </a:rPr>
              <a:t>Analiza rada multimodalnih sustava</a:t>
            </a:r>
            <a:endParaRPr lang="en-GB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D2A024-EDED-41E4-4FE2-B55F18A40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r>
              <a:rPr lang="hr-HR" dirty="0">
                <a:solidFill>
                  <a:schemeClr val="tx1"/>
                </a:solidFill>
              </a:rPr>
              <a:t>Renato Malbašić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02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FEE4E-FB5E-5101-ADAA-945664A6A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76A9F-9F2C-2F1E-0275-F80A07BB8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Uvod</a:t>
            </a:r>
          </a:p>
          <a:p>
            <a:r>
              <a:rPr lang="hr-HR" dirty="0"/>
              <a:t>Definicija i opis korištenih multimodalnih sustava</a:t>
            </a:r>
          </a:p>
          <a:p>
            <a:r>
              <a:rPr lang="hr-HR" dirty="0"/>
              <a:t>Definicija i opis ispitnog skupa podataka</a:t>
            </a:r>
          </a:p>
          <a:p>
            <a:r>
              <a:rPr lang="hr-HR" dirty="0"/>
              <a:t>Testiranja rada sustava</a:t>
            </a:r>
          </a:p>
          <a:p>
            <a:r>
              <a:rPr lang="hr-HR" dirty="0"/>
              <a:t>Analiza rezultata testiranja</a:t>
            </a:r>
          </a:p>
          <a:p>
            <a:r>
              <a:rPr lang="hr-HR"/>
              <a:t>Zaključak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9189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Speak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lawik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</TotalTime>
  <Words>27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Garamond</vt:lpstr>
      <vt:lpstr>Selawik Light</vt:lpstr>
      <vt:lpstr>Speak Pro</vt:lpstr>
      <vt:lpstr>SavonVTI</vt:lpstr>
      <vt:lpstr>Analiza rada multimodalnih sustava</vt:lpstr>
      <vt:lpstr>Sadržaj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Malbašić</dc:creator>
  <cp:lastModifiedBy>Renato Malbašić</cp:lastModifiedBy>
  <cp:revision>1</cp:revision>
  <dcterms:created xsi:type="dcterms:W3CDTF">2026-05-14T20:59:19Z</dcterms:created>
  <dcterms:modified xsi:type="dcterms:W3CDTF">2026-05-14T21:01:06Z</dcterms:modified>
</cp:coreProperties>
</file>